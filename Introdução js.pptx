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97b9e42f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97b9e42f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3e6ecaca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3e6ecaca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eed1fc70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eed1fc70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5751a2c089ecd38c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5751a2c089ecd38c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eed1fc70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eed1fc70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eed1fc7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eed1fc7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9387" t="0"/>
          <a:stretch/>
        </p:blipFill>
        <p:spPr>
          <a:xfrm>
            <a:off x="17375" y="11775"/>
            <a:ext cx="655404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839351" y="744575"/>
            <a:ext cx="79929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SW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1039275" y="2834125"/>
            <a:ext cx="77928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Sistemas W</a:t>
            </a:r>
            <a:r>
              <a:rPr lang="pt-BR"/>
              <a:t>eb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/>
              <a:t>Professor Rogério Leal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6571425" y="11775"/>
            <a:ext cx="590700" cy="56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7282625" y="11775"/>
            <a:ext cx="590700" cy="56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7993825" y="11775"/>
            <a:ext cx="590700" cy="56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8705025" y="11775"/>
            <a:ext cx="590700" cy="564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671126" y="41100"/>
            <a:ext cx="1015200" cy="51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796" y="30450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 rot="-5400000">
            <a:off x="-1863100" y="2662500"/>
            <a:ext cx="446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SW- Sistemas Web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>
            <p:ph type="ctrTitle"/>
          </p:nvPr>
        </p:nvSpPr>
        <p:spPr>
          <a:xfrm>
            <a:off x="859750" y="744575"/>
            <a:ext cx="79725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880">
                <a:solidFill>
                  <a:srgbClr val="FFFFFF"/>
                </a:solidFill>
              </a:rPr>
              <a:t>Mudando campo</a:t>
            </a:r>
            <a:endParaRPr sz="3780">
              <a:solidFill>
                <a:srgbClr val="FFFFFF"/>
              </a:solidFill>
            </a:endParaRPr>
          </a:p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1024300" y="1476900"/>
            <a:ext cx="7972500" cy="3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2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b="1" lang="pt-BR" sz="5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b="1" lang="pt-BR" sz="5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5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52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pt-BR" sz="5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52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pt-BR" sz="5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52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pt-BR" sz="5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pt-BR" sz="5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b="1" lang="pt-BR" sz="5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5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b="1" lang="pt-BR" sz="5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pt-BR" sz="5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"UTF-8"</a:t>
            </a: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52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pt-BR" sz="5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pt-BR" sz="5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pt-BR" sz="5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Trocar Nome</a:t>
            </a: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pt-BR" sz="5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52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pt-BR" sz="5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52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pt-BR" sz="5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52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5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pt-BR" sz="5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b="1" lang="pt-BR" sz="5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5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pt-BR" sz="5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pt-BR" sz="5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"nomeExibido"</a:t>
            </a: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pt-BR" sz="5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Nome: Visitante</a:t>
            </a: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pt-BR" sz="5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52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5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pt-BR" sz="5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lang="pt-BR" sz="5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5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b="1" lang="pt-BR" sz="5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pt-BR" sz="5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b="1" lang="pt-BR" sz="5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5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pt-BR" sz="5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pt-BR" sz="5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"campoNome"</a:t>
            </a:r>
            <a:r>
              <a:rPr b="1" lang="pt-BR" sz="5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5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placeholder</a:t>
            </a:r>
            <a:r>
              <a:rPr b="1" lang="pt-BR" sz="5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pt-BR" sz="5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"Digite seu nome"</a:t>
            </a: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52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5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pt-BR" sz="5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b="1" lang="pt-BR" sz="5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52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onclick</a:t>
            </a:r>
            <a:r>
              <a:rPr b="1" lang="pt-BR" sz="5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pt-BR" sz="5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pt-BR" sz="52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trocarNome</a:t>
            </a:r>
            <a:r>
              <a:rPr b="1" lang="pt-BR" sz="52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()"</a:t>
            </a: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pt-BR" sz="52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Enviar</a:t>
            </a: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pt-BR" sz="5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52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5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5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52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pt-BR" sz="5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52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pt-BR" sz="52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1" lang="pt-BR" sz="52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52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2"/>
              </a:solidFill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6144000" y="46356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2"/>
                </a:solidFill>
              </a:rPr>
              <a:t>Rogério Leal</a:t>
            </a:r>
            <a:endParaRPr sz="700"/>
          </a:p>
        </p:txBody>
      </p:sp>
      <p:sp>
        <p:nvSpPr>
          <p:cNvPr id="76" name="Google Shape;76;p14"/>
          <p:cNvSpPr/>
          <p:nvPr/>
        </p:nvSpPr>
        <p:spPr>
          <a:xfrm>
            <a:off x="996201" y="98625"/>
            <a:ext cx="1015200" cy="516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5871" y="87975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 rot="-5400000">
            <a:off x="-1863100" y="2662500"/>
            <a:ext cx="446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SW- Sistemas Web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>
            <p:ph type="ctrTitle"/>
          </p:nvPr>
        </p:nvSpPr>
        <p:spPr>
          <a:xfrm>
            <a:off x="859750" y="744575"/>
            <a:ext cx="79725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880">
                <a:solidFill>
                  <a:srgbClr val="FFFFFF"/>
                </a:solidFill>
              </a:rPr>
              <a:t>Mudando campo</a:t>
            </a:r>
            <a:endParaRPr sz="3780">
              <a:solidFill>
                <a:srgbClr val="FFFFFF"/>
              </a:solidFill>
            </a:endParaRPr>
          </a:p>
        </p:txBody>
      </p:sp>
      <p:sp>
        <p:nvSpPr>
          <p:cNvPr id="85" name="Google Shape;85;p15"/>
          <p:cNvSpPr txBox="1"/>
          <p:nvPr>
            <p:ph idx="1" type="subTitle"/>
          </p:nvPr>
        </p:nvSpPr>
        <p:spPr>
          <a:xfrm>
            <a:off x="799275" y="1492975"/>
            <a:ext cx="7972500" cy="29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82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3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b="1" lang="pt-BR" sz="173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732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trocarNome</a:t>
            </a:r>
            <a:r>
              <a:rPr b="1" lang="pt-BR" sz="173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b="1" sz="1732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3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pt-BR" sz="173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lang="pt-BR" sz="173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732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nome</a:t>
            </a:r>
            <a:r>
              <a:rPr b="1" lang="pt-BR" sz="173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732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pt-BR" sz="173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732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b="1" lang="pt-BR" sz="173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pt-BR" sz="1732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getElementById</a:t>
            </a:r>
            <a:r>
              <a:rPr b="1" lang="pt-BR" sz="173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pt-BR" sz="1732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"campoNome"</a:t>
            </a:r>
            <a:r>
              <a:rPr b="1" lang="pt-BR" sz="173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b="1" lang="pt-BR" sz="1732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b="1" lang="pt-BR" sz="173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732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3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pt-BR" sz="1732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b="1" lang="pt-BR" sz="173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pt-BR" sz="1732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getElementById</a:t>
            </a:r>
            <a:r>
              <a:rPr b="1" lang="pt-BR" sz="173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pt-BR" sz="1732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"nomeExibido"</a:t>
            </a:r>
            <a:r>
              <a:rPr b="1" lang="pt-BR" sz="173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b="1" lang="pt-BR" sz="1732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innerText</a:t>
            </a:r>
            <a:r>
              <a:rPr b="1" lang="pt-BR" sz="173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732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pt-BR" sz="173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732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"Nome: "</a:t>
            </a:r>
            <a:r>
              <a:rPr b="1" lang="pt-BR" sz="173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732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b="1" lang="pt-BR" sz="173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732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nome</a:t>
            </a:r>
            <a:r>
              <a:rPr b="1" lang="pt-BR" sz="173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732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3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732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lt2"/>
              </a:solidFill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6144000" y="46356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2"/>
                </a:solidFill>
              </a:rPr>
              <a:t>Rogério Leal</a:t>
            </a:r>
            <a:endParaRPr sz="700"/>
          </a:p>
        </p:txBody>
      </p:sp>
      <p:sp>
        <p:nvSpPr>
          <p:cNvPr id="91" name="Google Shape;91;p15"/>
          <p:cNvSpPr/>
          <p:nvPr/>
        </p:nvSpPr>
        <p:spPr>
          <a:xfrm>
            <a:off x="996201" y="98625"/>
            <a:ext cx="1015200" cy="516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5871" y="87975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/>
        </p:nvSpPr>
        <p:spPr>
          <a:xfrm rot="-5400000">
            <a:off x="-1863100" y="2662500"/>
            <a:ext cx="446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SW- Sistemas Web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>
            <p:ph type="ctrTitle"/>
          </p:nvPr>
        </p:nvSpPr>
        <p:spPr>
          <a:xfrm>
            <a:off x="859750" y="744575"/>
            <a:ext cx="79725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880">
                <a:solidFill>
                  <a:srgbClr val="FFFFFF"/>
                </a:solidFill>
              </a:rPr>
              <a:t>Mudando campo</a:t>
            </a:r>
            <a:endParaRPr sz="3780">
              <a:solidFill>
                <a:srgbClr val="FFFFFF"/>
              </a:solidFill>
            </a:endParaRPr>
          </a:p>
        </p:txBody>
      </p:sp>
      <p:sp>
        <p:nvSpPr>
          <p:cNvPr id="100" name="Google Shape;100;p16"/>
          <p:cNvSpPr txBox="1"/>
          <p:nvPr>
            <p:ph idx="1" type="subTitle"/>
          </p:nvPr>
        </p:nvSpPr>
        <p:spPr>
          <a:xfrm>
            <a:off x="1024300" y="1476900"/>
            <a:ext cx="7972500" cy="3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b="1" lang="pt-BR" sz="4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b="1" lang="pt-BR" sz="4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4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44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pt-BR" sz="4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44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pt-BR" sz="4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44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pt-BR" sz="4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b="1" lang="pt-BR" sz="4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4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b="1" lang="pt-BR" sz="4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pt-BR" sz="44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"UTF-8"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44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pt-BR" sz="4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pt-BR" sz="4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Soma com Float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pt-BR" sz="4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44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pt-BR" sz="4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44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pt-BR" sz="4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44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pt-BR" sz="4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b="1" lang="pt-BR" sz="4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4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pt-BR" sz="4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pt-BR" sz="44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"resultado"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pt-BR" sz="4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Resultado: 0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pt-BR" sz="4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44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pt-BR" sz="4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lang="pt-BR" sz="4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4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b="1" lang="pt-BR" sz="4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pt-BR" sz="44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b="1" lang="pt-BR" sz="4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4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pt-BR" sz="4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pt-BR" sz="44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"num1"</a:t>
            </a:r>
            <a:r>
              <a:rPr b="1" lang="pt-BR" sz="4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4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placeholder</a:t>
            </a:r>
            <a:r>
              <a:rPr b="1" lang="pt-BR" sz="4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pt-BR" sz="44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"Digite o primeiro número"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44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pt-BR" sz="4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&gt;&lt;</a:t>
            </a:r>
            <a:r>
              <a:rPr b="1" lang="pt-BR" sz="4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44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pt-BR" sz="4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b="1" lang="pt-BR" sz="4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4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b="1" lang="pt-BR" sz="4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pt-BR" sz="44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b="1" lang="pt-BR" sz="4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4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1" lang="pt-BR" sz="4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pt-BR" sz="44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"num2"</a:t>
            </a:r>
            <a:r>
              <a:rPr b="1" lang="pt-BR" sz="4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4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placeholder</a:t>
            </a:r>
            <a:r>
              <a:rPr b="1" lang="pt-BR" sz="4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pt-BR" sz="44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"Digite o segundo número"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44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pt-BR" sz="4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&gt;&lt;</a:t>
            </a:r>
            <a:r>
              <a:rPr b="1" lang="pt-BR" sz="4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br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44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pt-BR" sz="4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b="1" lang="pt-BR" sz="4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44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onclick</a:t>
            </a:r>
            <a:r>
              <a:rPr b="1" lang="pt-BR" sz="4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pt-BR" sz="44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pt-BR" sz="44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somar</a:t>
            </a:r>
            <a:r>
              <a:rPr b="1" lang="pt-BR" sz="440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()"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pt-BR" sz="44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Somar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pt-BR" sz="4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44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pt-BR" sz="4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44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pt-BR" sz="440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1" lang="pt-BR" sz="440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440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2"/>
              </a:solidFill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6144000" y="4635600"/>
            <a:ext cx="30000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2"/>
                </a:solidFill>
              </a:rPr>
              <a:t>Rogério Leal</a:t>
            </a:r>
            <a:endParaRPr sz="700"/>
          </a:p>
        </p:txBody>
      </p:sp>
      <p:sp>
        <p:nvSpPr>
          <p:cNvPr id="106" name="Google Shape;106;p16"/>
          <p:cNvSpPr/>
          <p:nvPr/>
        </p:nvSpPr>
        <p:spPr>
          <a:xfrm>
            <a:off x="996201" y="98625"/>
            <a:ext cx="1015200" cy="516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5871" y="87975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/>
        </p:nvSpPr>
        <p:spPr>
          <a:xfrm rot="-5400000">
            <a:off x="-1863100" y="2662500"/>
            <a:ext cx="446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SW- Sistemas Web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/>
          <p:nvPr>
            <p:ph type="ctrTitle"/>
          </p:nvPr>
        </p:nvSpPr>
        <p:spPr>
          <a:xfrm>
            <a:off x="859750" y="744575"/>
            <a:ext cx="79725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880">
                <a:solidFill>
                  <a:srgbClr val="FFFFFF"/>
                </a:solidFill>
              </a:rPr>
              <a:t>Mudando campo</a:t>
            </a:r>
            <a:endParaRPr sz="3780">
              <a:solidFill>
                <a:srgbClr val="FFFFFF"/>
              </a:solidFill>
            </a:endParaRPr>
          </a:p>
        </p:txBody>
      </p:sp>
      <p:sp>
        <p:nvSpPr>
          <p:cNvPr id="115" name="Google Shape;115;p17"/>
          <p:cNvSpPr txBox="1"/>
          <p:nvPr>
            <p:ph idx="1" type="subTitle"/>
          </p:nvPr>
        </p:nvSpPr>
        <p:spPr>
          <a:xfrm>
            <a:off x="1024300" y="1476900"/>
            <a:ext cx="7972500" cy="3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4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somar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b="1"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pt-BR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4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numero1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4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4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parseFloat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pt-BR" sz="14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pt-BR" sz="14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getElementById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pt-BR" sz="14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"num1"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b="1" lang="pt-BR" sz="14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pt-BR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4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numero2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4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4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parseFloat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pt-BR" sz="14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pt-BR" sz="14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getElementById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pt-BR" sz="14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"num2"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b="1" lang="pt-BR" sz="14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pt-BR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4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soma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4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4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numero1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4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4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numero2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pt-BR" sz="14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pt-BR" sz="14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getElementById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pt-BR" sz="14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"resultado"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b="1" lang="pt-BR" sz="14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innerText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4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4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"Resultado: "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4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4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soma</a:t>
            </a: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4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chemeClr val="lt2"/>
              </a:solidFill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6144000" y="46356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2"/>
                </a:solidFill>
              </a:rPr>
              <a:t>Rogério Leal</a:t>
            </a:r>
            <a:endParaRPr sz="700"/>
          </a:p>
        </p:txBody>
      </p:sp>
      <p:sp>
        <p:nvSpPr>
          <p:cNvPr id="121" name="Google Shape;121;p17"/>
          <p:cNvSpPr/>
          <p:nvPr/>
        </p:nvSpPr>
        <p:spPr>
          <a:xfrm>
            <a:off x="996201" y="98625"/>
            <a:ext cx="1015200" cy="516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5871" y="87975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 rot="-5400000">
            <a:off x="-1863100" y="2662500"/>
            <a:ext cx="446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SW- Sistemas Web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 txBox="1"/>
          <p:nvPr>
            <p:ph type="ctrTitle"/>
          </p:nvPr>
        </p:nvSpPr>
        <p:spPr>
          <a:xfrm>
            <a:off x="859750" y="744575"/>
            <a:ext cx="79725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880">
                <a:solidFill>
                  <a:srgbClr val="FFFFFF"/>
                </a:solidFill>
              </a:rPr>
              <a:t>IMC</a:t>
            </a:r>
            <a:endParaRPr sz="3780">
              <a:solidFill>
                <a:srgbClr val="FFFFFF"/>
              </a:solidFill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6002650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6898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7743623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8629686" y="0"/>
            <a:ext cx="693000" cy="661800"/>
          </a:xfrm>
          <a:prstGeom prst="ellipse">
            <a:avLst/>
          </a:prstGeom>
          <a:solidFill>
            <a:srgbClr val="18181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6144000" y="46356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2"/>
                </a:solidFill>
              </a:rPr>
              <a:t>Rogério Leal</a:t>
            </a:r>
            <a:endParaRPr sz="700"/>
          </a:p>
        </p:txBody>
      </p:sp>
      <p:sp>
        <p:nvSpPr>
          <p:cNvPr id="135" name="Google Shape;135;p18"/>
          <p:cNvSpPr/>
          <p:nvPr/>
        </p:nvSpPr>
        <p:spPr>
          <a:xfrm>
            <a:off x="996201" y="98625"/>
            <a:ext cx="1015200" cy="516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5871" y="87975"/>
            <a:ext cx="504050" cy="5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 rot="-5400000">
            <a:off x="-1863100" y="2662500"/>
            <a:ext cx="446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</a:rPr>
              <a:t>SW- Sistemas Web</a:t>
            </a:r>
            <a:endParaRPr sz="1000">
              <a:solidFill>
                <a:schemeClr val="lt1"/>
              </a:solidFill>
            </a:endParaRPr>
          </a:p>
        </p:txBody>
      </p:sp>
      <p:pic>
        <p:nvPicPr>
          <p:cNvPr id="138" name="Google Shape;13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5868" y="2684275"/>
            <a:ext cx="4973982" cy="187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6400" y="1913288"/>
            <a:ext cx="2838450" cy="7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